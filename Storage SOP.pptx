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6D31412-DC3F-409B-986E-A5E0EB5A9CE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Untitled Section" id="{DD284F23-E98A-467E-957C-EB7AE7E04223}">
          <p14:sldIdLst>
            <p14:sldId id="267"/>
            <p14:sldId id="268"/>
            <p14:sldId id="26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Storage SOP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 smtClean="0"/>
              <a:t>How to add storage from Flask IBM to </a:t>
            </a:r>
            <a:r>
              <a:rPr lang="en-US" dirty="0" err="1" smtClean="0"/>
              <a:t>vm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80504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Loggin</a:t>
            </a:r>
            <a:r>
              <a:rPr lang="en-US" dirty="0"/>
              <a:t> </a:t>
            </a:r>
            <a:r>
              <a:rPr lang="en-US" dirty="0" smtClean="0"/>
              <a:t>to the storage IBM</a:t>
            </a:r>
            <a:endParaRPr lang="en-IN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3242" b="3242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IP: 10.2.6.8</a:t>
            </a:r>
          </a:p>
          <a:p>
            <a:r>
              <a:rPr lang="en-US" dirty="0" smtClean="0"/>
              <a:t>User: </a:t>
            </a:r>
            <a:r>
              <a:rPr lang="en-US" dirty="0" err="1" smtClean="0"/>
              <a:t>Superuser</a:t>
            </a:r>
            <a:endParaRPr lang="en-US" dirty="0" smtClean="0"/>
          </a:p>
          <a:p>
            <a:r>
              <a:rPr lang="en-US" dirty="0" smtClean="0"/>
              <a:t>Password: P@ssw0rd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7709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Host</a:t>
            </a:r>
            <a:endParaRPr lang="en-IN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29" r="429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Volume by host and cluster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2024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Filter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Search by using hostname of the LPAR/KVM</a:t>
            </a:r>
            <a:endParaRPr lang="en-IN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idx="1"/>
          </p:nvPr>
        </p:nvSpPr>
        <p:spPr/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514" y="950586"/>
            <a:ext cx="8132306" cy="3019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309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DCNEO-MZP-ODSKDB01</a:t>
            </a: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6796" r="6796"/>
          <a:stretch>
            <a:fillRect/>
          </a:stretch>
        </p:blipFill>
        <p:spPr>
          <a:xfrm>
            <a:off x="894126" y="706582"/>
            <a:ext cx="8379876" cy="3748736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Click on Create volume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0947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Volumes</a:t>
            </a:r>
            <a:endParaRPr lang="en-IN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Define Volume Properties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908" y="864523"/>
            <a:ext cx="8214327" cy="346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571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Define Volume Properties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Add desired disks</a:t>
            </a:r>
          </a:p>
          <a:p>
            <a:r>
              <a:rPr lang="en-US" dirty="0" smtClean="0"/>
              <a:t>Click on save</a:t>
            </a:r>
            <a:endParaRPr lang="en-IN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idx="1"/>
          </p:nvPr>
        </p:nvSpPr>
        <p:spPr/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053" y="643990"/>
            <a:ext cx="6064278" cy="3894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179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Click on create and map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41" y="987793"/>
            <a:ext cx="8480360" cy="287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342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2167" b="12167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Click on continue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0723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and map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Search LPAR/KVM</a:t>
            </a:r>
          </a:p>
          <a:p>
            <a:r>
              <a:rPr lang="en-US" dirty="0" smtClean="0"/>
              <a:t>And next</a:t>
            </a:r>
            <a:endParaRPr lang="en-IN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idx="1"/>
          </p:nvPr>
        </p:nvSpPr>
        <p:spPr/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285" y="689955"/>
            <a:ext cx="3903232" cy="369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552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Click on Maps volumes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286" y="609600"/>
            <a:ext cx="4995842" cy="378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632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You can see the new disks mapped.</a:t>
            </a:r>
          </a:p>
          <a:p>
            <a:r>
              <a:rPr lang="en-US" dirty="0" smtClean="0"/>
              <a:t>Go to LPAR/KVM and rescan it.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265" y="1288360"/>
            <a:ext cx="6928959" cy="239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619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3175" y="136439"/>
            <a:ext cx="8292098" cy="74471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Create Mount Point On LPAR/KVM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881149"/>
            <a:ext cx="9522381" cy="5160213"/>
          </a:xfrm>
        </p:spPr>
        <p:txBody>
          <a:bodyPr/>
          <a:lstStyle/>
          <a:p>
            <a:pPr marL="342900" indent="-342900">
              <a:buAutoNum type="arabicParenR"/>
            </a:pPr>
            <a:endParaRPr lang="en-US" dirty="0" smtClean="0"/>
          </a:p>
          <a:p>
            <a:pPr marL="342900" indent="-342900">
              <a:buAutoNum type="arabicParenR"/>
            </a:pPr>
            <a:r>
              <a:rPr lang="en-US" dirty="0" smtClean="0"/>
              <a:t>rescan-scsi-bus.sh -a</a:t>
            </a:r>
            <a:endParaRPr lang="en-US" dirty="0"/>
          </a:p>
          <a:p>
            <a:pPr marL="342900" indent="-342900">
              <a:buAutoNum type="arabicParenR"/>
            </a:pPr>
            <a:r>
              <a:rPr lang="en-US" dirty="0" smtClean="0"/>
              <a:t>vi </a:t>
            </a:r>
            <a:r>
              <a:rPr lang="en-US" dirty="0"/>
              <a:t>/</a:t>
            </a:r>
            <a:r>
              <a:rPr lang="en-US" dirty="0" err="1" smtClean="0"/>
              <a:t>etc</a:t>
            </a:r>
            <a:r>
              <a:rPr lang="en-US" dirty="0" smtClean="0"/>
              <a:t>/</a:t>
            </a:r>
            <a:r>
              <a:rPr lang="en-US" dirty="0" err="1" smtClean="0"/>
              <a:t>multipath.conf</a:t>
            </a:r>
            <a:endParaRPr lang="en-US" dirty="0" smtClean="0"/>
          </a:p>
          <a:p>
            <a:r>
              <a:rPr lang="en-US" dirty="0"/>
              <a:t>      }</a:t>
            </a:r>
          </a:p>
          <a:p>
            <a:r>
              <a:rPr lang="en-US" dirty="0"/>
              <a:t>        multipath {</a:t>
            </a:r>
          </a:p>
          <a:p>
            <a:r>
              <a:rPr lang="en-US" dirty="0"/>
              <a:t>                </a:t>
            </a:r>
            <a:r>
              <a:rPr lang="en-US" dirty="0" err="1"/>
              <a:t>wwid</a:t>
            </a:r>
            <a:r>
              <a:rPr lang="en-US" dirty="0"/>
              <a:t>    36005076810800681f8000000000001a1</a:t>
            </a:r>
          </a:p>
          <a:p>
            <a:r>
              <a:rPr lang="en-US" dirty="0"/>
              <a:t>                alias   </a:t>
            </a:r>
            <a:r>
              <a:rPr lang="en-US" dirty="0" smtClean="0"/>
              <a:t>DCNEO-MZP-ODSKDB01-ORADATA-DISK0</a:t>
            </a:r>
          </a:p>
          <a:p>
            <a:r>
              <a:rPr lang="en-US" dirty="0" smtClean="0"/>
              <a:t>     }</a:t>
            </a:r>
          </a:p>
          <a:p>
            <a:endParaRPr lang="en-US" dirty="0"/>
          </a:p>
          <a:p>
            <a:r>
              <a:rPr lang="en-US" dirty="0" smtClean="0"/>
              <a:t>2) </a:t>
            </a:r>
            <a:r>
              <a:rPr lang="en-US" dirty="0" err="1" smtClean="0"/>
              <a:t>Mulitpath</a:t>
            </a:r>
            <a:r>
              <a:rPr lang="en-US" dirty="0" smtClean="0"/>
              <a:t> –</a:t>
            </a:r>
            <a:r>
              <a:rPr lang="en-US" dirty="0" err="1" smtClean="0"/>
              <a:t>ll</a:t>
            </a:r>
            <a:endParaRPr lang="en-US" dirty="0" smtClean="0"/>
          </a:p>
          <a:p>
            <a:r>
              <a:rPr lang="en-US" dirty="0"/>
              <a:t>3) </a:t>
            </a:r>
            <a:r>
              <a:rPr lang="en-US" dirty="0" err="1"/>
              <a:t>pvcreate</a:t>
            </a:r>
            <a:r>
              <a:rPr lang="en-US" dirty="0"/>
              <a:t> /</a:t>
            </a:r>
            <a:r>
              <a:rPr lang="en-US" dirty="0" err="1" smtClean="0"/>
              <a:t>dev</a:t>
            </a:r>
            <a:r>
              <a:rPr lang="en-US" dirty="0" smtClean="0"/>
              <a:t>/mapper/DCNEO-MZP-ODSKDB01-ORADATA-DISK0</a:t>
            </a:r>
          </a:p>
          <a:p>
            <a:r>
              <a:rPr lang="en-US" dirty="0"/>
              <a:t>5) </a:t>
            </a:r>
            <a:r>
              <a:rPr lang="en-US" dirty="0" err="1"/>
              <a:t>vgcreate</a:t>
            </a:r>
            <a:r>
              <a:rPr lang="en-US" dirty="0"/>
              <a:t> ORADATAVG /</a:t>
            </a:r>
            <a:r>
              <a:rPr lang="en-US" dirty="0" err="1" smtClean="0"/>
              <a:t>dev</a:t>
            </a:r>
            <a:r>
              <a:rPr lang="en-US" dirty="0" smtClean="0"/>
              <a:t>/mapper/DCNEO-MZP-ODSKDB01-ORADATA-DISK0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5601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8778" y="215362"/>
            <a:ext cx="8375225" cy="46628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Steps: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806335"/>
            <a:ext cx="10029458" cy="5170516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6) </a:t>
            </a:r>
            <a:r>
              <a:rPr lang="pt-BR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lvcreate </a:t>
            </a:r>
            <a:r>
              <a:rPr lang="pt-BR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pt-BR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 100%FREE -n ORADATALV  </a:t>
            </a:r>
            <a:r>
              <a:rPr lang="pt-BR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ORADATAVG</a:t>
            </a:r>
          </a:p>
          <a:p>
            <a:r>
              <a:rPr lang="pt-BR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7) mkfs.xfs /</a:t>
            </a:r>
            <a:r>
              <a:rPr lang="pt-BR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dev/ORADATAVG/ORADATALV</a:t>
            </a:r>
          </a:p>
          <a:p>
            <a:r>
              <a:rPr lang="pt-BR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8) Mkdir /oradata</a:t>
            </a:r>
          </a:p>
          <a:p>
            <a:r>
              <a:rPr lang="pt-BR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9) </a:t>
            </a:r>
            <a:r>
              <a:rPr lang="pt-BR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 </a:t>
            </a:r>
            <a:r>
              <a:rPr lang="pt-BR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pt-BR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etc/fstab</a:t>
            </a:r>
          </a:p>
          <a:p>
            <a:r>
              <a:rPr lang="pt-BR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/dev/ORADATAVG/ORADATALV         /oradata       xfs     defaults        0 </a:t>
            </a:r>
            <a:r>
              <a:rPr lang="pt-BR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</a:p>
          <a:p>
            <a:endParaRPr lang="pt-BR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10) mount </a:t>
            </a:r>
            <a:r>
              <a:rPr lang="pt-BR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–a</a:t>
            </a:r>
          </a:p>
          <a:p>
            <a:r>
              <a:rPr lang="pt-BR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11) systemctl </a:t>
            </a:r>
            <a:r>
              <a:rPr lang="pt-BR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daemon-reload</a:t>
            </a:r>
          </a:p>
          <a:p>
            <a:r>
              <a:rPr lang="pt-BR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12) df -hT</a:t>
            </a:r>
            <a:endParaRPr lang="pt-BR" dirty="0" smtClean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62520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90</TotalTime>
  <Words>182</Words>
  <Application>Microsoft Office PowerPoint</Application>
  <PresentationFormat>Widescreen</PresentationFormat>
  <Paragraphs>48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Trebuchet MS</vt:lpstr>
      <vt:lpstr>Wingdings 3</vt:lpstr>
      <vt:lpstr>Facet</vt:lpstr>
      <vt:lpstr>Storage SOP</vt:lpstr>
      <vt:lpstr>Loggin to the storage IBM</vt:lpstr>
      <vt:lpstr>Host</vt:lpstr>
      <vt:lpstr>Filter</vt:lpstr>
      <vt:lpstr>DCNEO-MZP-ODSKDB01</vt:lpstr>
      <vt:lpstr>Create Volumes</vt:lpstr>
      <vt:lpstr>Define Volume Properties</vt:lpstr>
      <vt:lpstr>PowerPoint Presentation</vt:lpstr>
      <vt:lpstr>PowerPoint Presentation</vt:lpstr>
      <vt:lpstr>Create and map</vt:lpstr>
      <vt:lpstr>PowerPoint Presentation</vt:lpstr>
      <vt:lpstr>PowerPoint Presentation</vt:lpstr>
      <vt:lpstr>Create Mount Point On LPAR/KVM</vt:lpstr>
      <vt:lpstr>Steps: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Storage SOP</dc:title>
  <dc:creator>Mayur Pal</dc:creator>
  <cp:lastModifiedBy>Mayur Pal</cp:lastModifiedBy>
  <cp:revision>6</cp:revision>
  <dcterms:created xsi:type="dcterms:W3CDTF">2025-11-11T03:31:51Z</dcterms:created>
  <dcterms:modified xsi:type="dcterms:W3CDTF">2025-11-11T05:02:35Z</dcterms:modified>
</cp:coreProperties>
</file>